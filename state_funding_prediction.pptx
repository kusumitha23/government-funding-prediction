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</a:rPr>
              <a:t>GOVERNMENT FUNDING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India State &amp; UT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Predicting 2025-26 funding releases using machine learning across 32 states and union territories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40233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K-Means Clustering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40233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Linear 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40233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Scikit-learn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PROJECT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Data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State &amp; UT-wise government funding releases for 3 financial years: 2022-23, 2023-24, and 2024-25 across 32 regions of India.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Objective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Clean, analyse, and apply multiple ML models to predict 2025-26 funding allocations. Compare model accuracy using MAE.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Models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Random Forest, Linear Regression, K-Nearest Neighbours, Decision Tree, and K-Means Clustering for grouping.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DATASET &amp; PREPROCESSING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32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States &amp; UTs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659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Years of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19659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Missing States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68680"/>
            <a:ext cx="1965960" cy="1280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Median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6916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Imputation Method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Preprocessing Steps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Replaced '?' placeholder values with pandas 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Converted release columns to numeric (coerce errors)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5701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Removed rows with all-zero values across 3 years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2277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Removed aggregate 'Total' rows from dataset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8853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Imputed remaining zeros with column median (₹32.99 Cr)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54296"/>
            <a:ext cx="54864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Reset index after filtering for clean row numbering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0" y="2377440"/>
            <a:ext cx="3337560" cy="2514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States with missing 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2980944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9260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Bihar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23560" y="3328416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32735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Himachal Pradesh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23560" y="3675888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62102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Meghalaya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23560" y="402336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396849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Punjab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23560" y="4370832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5897880" y="43159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Telangana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all imputed with median ₹32.99 Cr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MODEL COMPARISON &amp;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65836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⚠  Important: Decision Tree MAE = 0.0 is overfitting — it was tested on training data, not held-out data. Random Forest is the reliable best model.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00200"/>
            <a:ext cx="2029968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3.48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768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0.96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9768" y="416052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4160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BEST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96312" y="160020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600200"/>
            <a:ext cx="2029968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</a:rPr>
              <a:t>9.15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60604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0.64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72584" y="160020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72584" y="1600200"/>
            <a:ext cx="2029968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KNN Regressor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82312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82312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</a:rPr>
              <a:t>19.74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82312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—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848856" y="1600200"/>
            <a:ext cx="20299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48856" y="1600200"/>
            <a:ext cx="2029968" cy="7315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2" name="Text 30"/>
          <p:cNvSpPr/>
          <p:nvPr/>
        </p:nvSpPr>
        <p:spPr>
          <a:xfrm>
            <a:off x="6958584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58584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58584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4B4A"/>
                </a:solidFill>
              </a:rPr>
              <a:t>0.0*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958584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58584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—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958584" y="416052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4" y="4160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OVERFITTING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2025-26 PREDICTED FUNDING — TOP 10 STATES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Assam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841248"/>
            <a:ext cx="5540921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65833" y="84124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₹111.9 Cr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Uttar Pradesh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216152"/>
            <a:ext cx="4205097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930009" y="121615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₹84.9 Cr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Tamil Nadu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591056"/>
            <a:ext cx="3843033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67945" y="159105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₹77.6 Cr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West Bengal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965960"/>
            <a:ext cx="3644913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15" name="Text 13"/>
          <p:cNvSpPr/>
          <p:nvPr/>
        </p:nvSpPr>
        <p:spPr>
          <a:xfrm>
            <a:off x="6369825" y="19659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₹73.6 Cr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34086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Karnataka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340864"/>
            <a:ext cx="3343275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18" name="Text 16"/>
          <p:cNvSpPr/>
          <p:nvPr/>
        </p:nvSpPr>
        <p:spPr>
          <a:xfrm>
            <a:off x="6068187" y="234086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₹67.5 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71576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Maharashtra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715768"/>
            <a:ext cx="2888094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21" name="Text 19"/>
          <p:cNvSpPr/>
          <p:nvPr/>
        </p:nvSpPr>
        <p:spPr>
          <a:xfrm>
            <a:off x="5613006" y="27157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₹58.3 Cr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309067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Andhra Pradesh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3090672"/>
            <a:ext cx="2764765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9677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₹55.8 Cr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46557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Rajasthan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3465576"/>
            <a:ext cx="2002993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905" y="34655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₹40.4 Cr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84048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Bihar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3840480"/>
            <a:ext cx="2063420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30" name="Text 28"/>
          <p:cNvSpPr/>
          <p:nvPr/>
        </p:nvSpPr>
        <p:spPr>
          <a:xfrm>
            <a:off x="4788332" y="38404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₹41.7 Cr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21538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Madhya Pradesh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51760" y="4215384"/>
            <a:ext cx="1889074" cy="301752"/>
          </a:xfrm>
          <a:prstGeom prst="rect">
            <a:avLst/>
          </a:prstGeom>
          <a:solidFill>
            <a:srgbClr val="93C5D0"/>
          </a:solidFill>
          <a:ln/>
        </p:spPr>
      </p:sp>
      <p:sp>
        <p:nvSpPr>
          <p:cNvPr id="33" name="Text 31"/>
          <p:cNvSpPr/>
          <p:nvPr/>
        </p:nvSpPr>
        <p:spPr>
          <a:xfrm>
            <a:off x="4613986" y="42153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₹38.1 Cr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Assam leads predictions at ₹111.87 Cr — more than 2× the national median — followed by Uttar Pradesh and Tamil Nadu.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K-MEANS CLUSTERING — 3 STATE GROUPS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34440"/>
          </a:xfrm>
          <a:prstGeom prst="rect">
            <a:avLst/>
          </a:prstGeom>
          <a:solidFill>
            <a:srgbClr val="E1F5E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Cluster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Low funding states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Avg: ~15–25 Cr  ·  20 regions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932688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Arunachal Pradesh, Chhatisgarh, Goa, Haryana, Himachal Pradesh, Jharkhand, Kerala, Manipur, Meghalaya, Mizoram, Odisha, Punjab, Sikkim, Telangana, Uttarakhand, A&amp;N Islands, J&amp;K, Puducherry, Ladakh, Nagaland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0280"/>
            <a:ext cx="64008" cy="12344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</a:rPr>
              <a:t>Cluster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24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High funding states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Avg: ~80–112 Cr  ·  4 states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350008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Assam, Tamil Nadu, Uttar Pradesh, West Bengal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57600"/>
            <a:ext cx="64008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49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Cluster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Medium funding states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Avg: ~35–60 Cr  ·  8 states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767328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Andhra Pradesh, Bihar, Gujarat, Karnataka, Madhya Pradesh, Maharashtra, Rajasthan, Tripura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KEY FINDINGS &amp;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🌿  Assam dominates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Predicted at ₹111.87 Cr, more than 2× the median, likely due to large ongoing development schemes and programme scale.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🤖  Random Forest is the best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RF achieved MAE of 3.48 and correlation of 0.96 — significantly outperforming Linear Regression (MAE 9.15, r=0.64).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⚠️  Decision Tree result is misleading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MAE = 0.0 is a sign of overfitting. The model memorised training data. It cannot be trusted for actual predictions.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28600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📉  Linear Regression is too simple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761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With only 3 data points per state, linear models cannot capture non-linear funding patterns, leading to higher error.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0332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🗺️  Clear geographic funding tiers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788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K-Means reveals 3 distinct clusters — large states get high allocations, small/NE states get modest funding.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0332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🔧  Data limitations to note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1788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 states had missing data imputed with the median. Only 3 years of training data limits model reliability significantly.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</a:rPr>
              <a:t>LIMITATIONS &amp;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447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Only 3 years of historical data — too few for robust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751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5 states had missing values replaced with median imputation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054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Decision Tree was incorrectly evaluated on training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35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No external features (population, GDP, scheme type) 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39312"/>
            <a:ext cx="164592" cy="164592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Per-row model fitting (one model per state) — not scalable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822960"/>
            <a:ext cx="402336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822960"/>
            <a:ext cx="4023360" cy="640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✅  Recommendations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1517904"/>
            <a:ext cx="164592" cy="16459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44475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Collect 5–10 years of data for reliable trend learning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048256"/>
            <a:ext cx="164592" cy="16459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97510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Use proper train/test split to prevent overfitting evaluation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578608"/>
            <a:ext cx="164592" cy="16459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5054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Add features: population size, scheme type, GDP per capita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108960"/>
            <a:ext cx="164592" cy="16459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035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Try time-series models (ARIMA, Prophet) for better temporal fit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3639312"/>
            <a:ext cx="164592" cy="164592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Use cross-validation for robust model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548640"/>
            <a:ext cx="3657600" cy="3657600"/>
          </a:xfrm>
          <a:prstGeom prst="ellipse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99669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Random Forest (MAE 3.48, r=0.96) is the reliable best model — far superior to Linear Regression and not overfitted like Decision Tree.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922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Assam, Uttar Pradesh, Tamil Nadu, and West Bengal form the high-funding cluster — these states consistently receive the largest allocations.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877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K-Means clustering reveals clear funding tiers: 20 low, 8 medium, and 4 high-funding regions, reflecting population and scheme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The project demonstrates a complete ML pipeline — from data cleaning and imputation to multi-model comparison and prediction.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788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Future improvements should include longer time-series data, proper validation splits, and additional socio-economic features for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73152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Tools Used: Python · Pandas · Scikit-learn · Matplotlib · Seaborn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8221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Models: Random Forest · Linear Regression · KNN · Decision Tree · K-Means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Dataset: India State &amp; UT Government Funding Releases (2022–2025)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Funding Prediction - India</dc:title>
  <dc:subject>PptxGenJS Presentation</dc:subject>
  <dc:creator>PptxGenJS</dc:creator>
  <cp:lastModifiedBy>PptxGenJS</cp:lastModifiedBy>
  <cp:revision>1</cp:revision>
  <dcterms:created xsi:type="dcterms:W3CDTF">2026-04-12T20:47:22Z</dcterms:created>
  <dcterms:modified xsi:type="dcterms:W3CDTF">2026-04-12T20:47:22Z</dcterms:modified>
</cp:coreProperties>
</file>